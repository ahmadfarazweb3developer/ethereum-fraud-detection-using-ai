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1AD1-7D77-BCAC-096F-589D7352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95196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Implementation and Answering Key Questions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DFE5C-52D8-33E3-CF61-6397F96895EA}"/>
              </a:ext>
            </a:extLst>
          </p:cNvPr>
          <p:cNvSpPr txBox="1"/>
          <p:nvPr/>
        </p:nvSpPr>
        <p:spPr>
          <a:xfrm>
            <a:off x="847494" y="4627756"/>
            <a:ext cx="2329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Assignment 03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C65CE-29F6-D318-95EB-60CA2B06F312}"/>
              </a:ext>
            </a:extLst>
          </p:cNvPr>
          <p:cNvSpPr txBox="1"/>
          <p:nvPr/>
        </p:nvSpPr>
        <p:spPr>
          <a:xfrm>
            <a:off x="5185317" y="4616605"/>
            <a:ext cx="377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Ahmad Faraz (215154)</a:t>
            </a:r>
          </a:p>
        </p:txBody>
      </p:sp>
    </p:spTree>
    <p:extLst>
      <p:ext uri="{BB962C8B-B14F-4D97-AF65-F5344CB8AC3E}">
        <p14:creationId xmlns:p14="http://schemas.microsoft.com/office/powerpoint/2010/main" val="219267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complete fraud detection methodology from Assignment 02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evaluate machine learning models for Ethereum fraud detection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key questions about fraud classification and feature importance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accuracy in detecting fraudulent addresses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for blockchain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(Sources, Descriptions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Cleaned_Ethereum_Fraud_Detection.csv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Preprocessed from Assignment 01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49 columns of transactional and ERC20 metrics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FLAG (binary classification: 0=legitimate, 1=fraudulent)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 75% training, 25% testing with stratification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Distribution: Imbalanced (addressed with class weights)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Classification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Remove non-numeric identifiers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Class Imbalance: Use balanced class weights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Logistic Regression and Random Forest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Precision, Recall, F1-Score, ROC-AUC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Analysis: Identify key fraud indicators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Research Questions: Classification capability, feature contributions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preprocess data (column cleaning)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(numeric features only, exclude FLAG)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with stratification (75-25)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for Logistic Regression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Logistic Regression with class balancing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Random Forest (200 estimators) with class balancing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predictions and evaluation metrics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feature importance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trained models for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 Standardization: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Lowercase, replace spaces/parentheses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'Address' and other non-numeric columns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sampling to preserve class distribution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Logistic Regression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='balanced' for both models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Verification: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numeric features for modeling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2232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interpretable model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Max iterations: 1000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Class weight: balanced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Requires feature scaling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 for complex patterns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- 200 estimators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Class weight: balanced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No scaling required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Superior performance in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2207"/>
            <a:ext cx="8229600" cy="5702971"/>
          </a:xfrm>
        </p:spPr>
        <p:txBody>
          <a:bodyPr>
            <a:noAutofit/>
          </a:bodyPr>
          <a:lstStyle/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Performance: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Accuracy: ~92%</a:t>
            </a:r>
          </a:p>
          <a:p>
            <a:pPr marL="0" indent="0" algn="just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Precision: ~90%</a:t>
            </a:r>
          </a:p>
          <a:p>
            <a:pPr marL="0" indent="0" algn="just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Recall: ~95%</a:t>
            </a:r>
          </a:p>
          <a:p>
            <a:pPr marL="0" indent="0" algn="just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F1-Score: ~92%</a:t>
            </a:r>
          </a:p>
          <a:p>
            <a:pPr marL="0" indent="0" algn="just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ROC-AUC: 0.94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Performance:</a:t>
            </a:r>
          </a:p>
          <a:p>
            <a:pPr marL="0" indent="0" algn="just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Accuracy: ~85%</a:t>
            </a:r>
          </a:p>
          <a:p>
            <a:pPr marL="0" indent="0" algn="just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ROC-AUC: 0.88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Features: ERC20 transaction counts, total transactions, value metrics</a:t>
            </a: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saved as pickle files for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9254"/>
            <a:ext cx="8229600" cy="5113420"/>
          </a:xfrm>
        </p:spPr>
        <p:txBody>
          <a:bodyPr>
            <a:noAutofit/>
          </a:bodyPr>
          <a:lstStyle/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outperforms Logistic Regression for fraud detection</a:t>
            </a:r>
          </a:p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ERC20 token activities are strongest fraud indicators</a:t>
            </a:r>
          </a:p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frequency strongly correlates with fraud likelihood</a:t>
            </a:r>
          </a:p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successfully classify fraudulent addresses</a:t>
            </a:r>
          </a:p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possible with probability outputs</a:t>
            </a:r>
          </a:p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can reduce manual investigation costs</a:t>
            </a:r>
          </a:p>
          <a:p>
            <a:pPr algn="just"/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proves effective for blockchain fraud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serialized using pickle format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selected as primary model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scaler saved for Logistic Regression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transferred to Assignment 04 for deployment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planned using </a:t>
            </a:r>
            <a:r>
              <a:rPr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for real-time fraud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its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feedback collected during model development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validation through cross-evaluation metrics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validated against test set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will be collected during deployment phase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models using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on model usability and accuracy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additional features for better predictions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UI based on user suggestions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probability-based risk scoring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other blockchain networks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model updates with new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586</Words>
  <Application>Microsoft Office PowerPoint</Application>
  <PresentationFormat>On-screen Show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Methodology Implementation and Answering Key Questions </vt:lpstr>
      <vt:lpstr>Problem Statement</vt:lpstr>
      <vt:lpstr>Datasets (Sources, Descriptions etc.)</vt:lpstr>
      <vt:lpstr>Analytical Approach</vt:lpstr>
      <vt:lpstr>Project Methodology</vt:lpstr>
      <vt:lpstr>Preprocessing Techniques</vt:lpstr>
      <vt:lpstr>Models</vt:lpstr>
      <vt:lpstr>Results</vt:lpstr>
      <vt:lpstr>Findings and Conclusions</vt:lpstr>
      <vt:lpstr>Deployment Strategy</vt:lpstr>
      <vt:lpstr>Feedback and its Analysis</vt:lpstr>
      <vt:lpstr>Future Goals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MMO</cp:lastModifiedBy>
  <cp:revision>15</cp:revision>
  <dcterms:created xsi:type="dcterms:W3CDTF">2013-01-27T09:14:16Z</dcterms:created>
  <dcterms:modified xsi:type="dcterms:W3CDTF">2026-01-18T09:38:06Z</dcterms:modified>
  <cp:category/>
</cp:coreProperties>
</file>