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1D1C-9175-1FE5-82B0-9EF1E318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770" y="274637"/>
            <a:ext cx="8040029" cy="3249147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 Real-World Problem, Data Collection, and Preprocessing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88143-BB1B-B264-367D-047074CCABF5}"/>
              </a:ext>
            </a:extLst>
          </p:cNvPr>
          <p:cNvSpPr txBox="1"/>
          <p:nvPr/>
        </p:nvSpPr>
        <p:spPr>
          <a:xfrm>
            <a:off x="847494" y="4627756"/>
            <a:ext cx="2329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Assignment 01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0DB32-03D8-89CC-5D5C-8691AD5440E2}"/>
              </a:ext>
            </a:extLst>
          </p:cNvPr>
          <p:cNvSpPr txBox="1"/>
          <p:nvPr/>
        </p:nvSpPr>
        <p:spPr>
          <a:xfrm>
            <a:off x="5185317" y="4616605"/>
            <a:ext cx="3775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Ahmad Faraz (215154)</a:t>
            </a:r>
          </a:p>
        </p:txBody>
      </p:sp>
    </p:spTree>
    <p:extLst>
      <p:ext uri="{BB962C8B-B14F-4D97-AF65-F5344CB8AC3E}">
        <p14:creationId xmlns:p14="http://schemas.microsoft.com/office/powerpoint/2010/main" val="540083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84" y="274638"/>
            <a:ext cx="8121316" cy="1143000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blockchain faces significant fraud risks from malicious actors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detect fraudulent addresses based on transactional behavior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cleaning is the foundation for fraud detection models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with abnormal transaction patterns indicate potential fraud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(Sources, Descriptions 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Ethereum_Fraud_Detection.csv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Blockchain transaction data (specific source not detailed)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transactional features for Ethereum addresses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counts, ETH values, ERC20 token interactions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 (1 = fraudulent, 0 = legitimate)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9,000+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examine the raw dataset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 types, shapes, and basic statistics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duplicates, and inconsistencies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quality for subsequent analysis</a:t>
            </a:r>
          </a:p>
          <a:p>
            <a:pPr algn="just"/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cleaned dataset for future assignments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necessary libraries (pandas)</a:t>
            </a:r>
          </a:p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dataset using </a:t>
            </a:r>
            <a:r>
              <a:rPr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dataset structure (shape, head, </a:t>
            </a:r>
            <a:r>
              <a:rPr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missing values in numeric and object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ontinued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handle duplicate records</a:t>
            </a:r>
          </a:p>
          <a:p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null, empty, and invalid values</a:t>
            </a:r>
          </a:p>
          <a:p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cleaned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4161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168" y="1419723"/>
            <a:ext cx="8229600" cy="4983162"/>
          </a:xfrm>
        </p:spPr>
        <p:txBody>
          <a:bodyPr>
            <a:noAutofit/>
          </a:bodyPr>
          <a:lstStyle/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Handling: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numeric </a:t>
            </a:r>
            <a:r>
              <a:rPr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0, object </a:t>
            </a:r>
            <a:r>
              <a:rPr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'0'</a:t>
            </a:r>
          </a:p>
          <a:p>
            <a:pPr algn="just"/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tring Cleaning: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 whitespace and replace empty strings with '0'</a:t>
            </a:r>
          </a:p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duplicate addresses (found 25 duplicates)</a:t>
            </a:r>
          </a:p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Consistency: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proper data types for analysis</a:t>
            </a:r>
          </a:p>
          <a:p>
            <a:pPr algn="just"/>
            <a:r>
              <a:rPr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Standardization: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column names for consistency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machine learning models developed in this assignment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was on data preparation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will be built in subsequent assignments using the cleaned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Shape: 9841 rows × 49 columns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records found across all columns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duplicate addresses identified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handled appropriately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 saved as 'Cleaned_Ethereum_Fraud_Detection.csv'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ready for exploratory data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0968"/>
            <a:ext cx="8229600" cy="5245769"/>
          </a:xfrm>
        </p:spPr>
        <p:txBody>
          <a:bodyPr>
            <a:no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comprehensive transactional features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data quality issues found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 column has no missing values, indicating reliable target variable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ERC20 token interactions show some missing data patterns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preserved all important information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established for fraud detection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deployment in this assignment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 will be used in Assignment 02 for EDA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ensures reliable model training in future assignments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and its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feedback collected in this data collection phase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will be gathered in later assignments during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 in Assignment 02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and correlations in the data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for fraud detection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final model for real-world use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and iterate on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511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Identifying a Real-World Problem, Data Collection, and Preprocessing </vt:lpstr>
      <vt:lpstr>Problem Statement</vt:lpstr>
      <vt:lpstr>Datasets (Sources, Descriptions etc.)</vt:lpstr>
      <vt:lpstr>Analytical Approach</vt:lpstr>
      <vt:lpstr>Project Methodology</vt:lpstr>
      <vt:lpstr>Continued…</vt:lpstr>
      <vt:lpstr>Preprocessing Techniques</vt:lpstr>
      <vt:lpstr>Models</vt:lpstr>
      <vt:lpstr>Results</vt:lpstr>
      <vt:lpstr>Findings and Conclusions</vt:lpstr>
      <vt:lpstr>Deployment Strategy</vt:lpstr>
      <vt:lpstr>Feedback and its Analysis</vt:lpstr>
      <vt:lpstr>Future Goals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MMO</cp:lastModifiedBy>
  <cp:revision>21</cp:revision>
  <dcterms:created xsi:type="dcterms:W3CDTF">2013-01-27T09:14:16Z</dcterms:created>
  <dcterms:modified xsi:type="dcterms:W3CDTF">2026-01-18T09:38:20Z</dcterms:modified>
  <cp:category/>
</cp:coreProperties>
</file>