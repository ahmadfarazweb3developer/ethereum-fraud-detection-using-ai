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Ethereum blockchain faces significant fraud risks from malicious actors</a:t>
            </a:r>
          </a:p>
          <a:p>
            <a:r>
              <a:t>• Need to detect fraudulent addresses based on transactional behavior</a:t>
            </a:r>
          </a:p>
          <a:p>
            <a:r>
              <a:t>• Data collection and cleaning is the foundation for fraud detection models</a:t>
            </a:r>
          </a:p>
          <a:p>
            <a:r>
              <a:t>• Addresses with abnormal transaction patterns indicate potential fraud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Datasets (Sources, Descriptions etc.)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Dataset: Ethereum_Fraud_Detection.csv</a:t>
            </a:r>
          </a:p>
          <a:p>
            <a:r>
              <a:t>• Source: Blockchain transaction data (specific source not detailed)</a:t>
            </a:r>
          </a:p>
          <a:p>
            <a:r>
              <a:t>• Description: Contains transactional features for Ethereum addresses</a:t>
            </a:r>
          </a:p>
          <a:p>
            <a:r>
              <a:t>• Features include: transaction counts, ETH values, ERC20 token interactions</a:t>
            </a:r>
          </a:p>
          <a:p>
            <a:r>
              <a:t>• Target variable: FLAG (1 = fraudulent, 0 = legitimate)</a:t>
            </a:r>
          </a:p>
          <a:p>
            <a:r>
              <a:t>• Size: Approximately 9,000+ records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Collection: Load and examine the raw dataset</a:t>
            </a:r>
          </a:p>
          <a:p>
            <a:r>
              <a:t>• Data Exploration: Check data types, shapes, and basic statistics</a:t>
            </a:r>
          </a:p>
          <a:p>
            <a:r>
              <a:t>• Data Cleaning: Handle missing values, duplicates, and inconsistencies</a:t>
            </a:r>
          </a:p>
          <a:p>
            <a:r>
              <a:t>• Validation: Ensure data quality for subsequent analysis</a:t>
            </a:r>
          </a:p>
          <a:p>
            <a:r>
              <a:t>• Storage: Save cleaned dataset for future assignments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Project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Step 1: Import necessary libraries (pandas)</a:t>
            </a:r>
          </a:p>
          <a:p>
            <a:r>
              <a:t>• Step 2: Load the dataset using pd.read_csv()</a:t>
            </a:r>
          </a:p>
          <a:p>
            <a:r>
              <a:t>• Step 3: Examine dataset structure (shape, head, dtypes)</a:t>
            </a:r>
          </a:p>
          <a:p>
            <a:r>
              <a:t>• Step 4: Check for missing values in numeric and object columns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Project Methodology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Step 5: Identify and handle duplicate records</a:t>
            </a:r>
          </a:p>
          <a:p>
            <a:r>
              <a:t>• Step 6: Clean null, empty, and invalid values</a:t>
            </a:r>
          </a:p>
          <a:p>
            <a:r>
              <a:t>• Step 7: Save the cleaned dataset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Missing Value Handling: Fill numeric NaNs with 0, object NaNs with '0'</a:t>
            </a:r>
          </a:p>
          <a:p>
            <a:r>
              <a:t>• String Cleaning: Strip whitespace and replace empty strings with '0'</a:t>
            </a:r>
          </a:p>
          <a:p>
            <a:r>
              <a:t>• Duplicate Removal: Check for duplicate addresses (found 25 duplicates)</a:t>
            </a:r>
          </a:p>
          <a:p>
            <a:r>
              <a:t>• Data Type Consistency: Ensure proper data types for analysis</a:t>
            </a:r>
          </a:p>
          <a:p>
            <a:r>
              <a:t>• Column Standardization: Clean column names for consistency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 machine learning models developed in this assignment</a:t>
            </a:r>
          </a:p>
          <a:p>
            <a:r>
              <a:t>• Focus was on data preparation</a:t>
            </a:r>
          </a:p>
          <a:p>
            <a:r>
              <a:t>• Models will be built in subsequent assignments using the cleaned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 Shape: 9841 rows × 49 columns</a:t>
            </a:r>
          </a:p>
          <a:p>
            <a:r>
              <a:t>• No duplicate records found across all columns</a:t>
            </a:r>
          </a:p>
          <a:p>
            <a:r>
              <a:t>• 25 duplicate addresses identified</a:t>
            </a:r>
          </a:p>
          <a:p>
            <a:r>
              <a:t>• Missing values handled appropriately</a:t>
            </a:r>
          </a:p>
          <a:p>
            <a:r>
              <a:t>• Cleaned dataset saved as 'Cleaned_Ethereum_Fraud_Detection.csv'</a:t>
            </a:r>
          </a:p>
          <a:p>
            <a:r>
              <a:t>• Data ready for exploratory data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Findings and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 contains comprehensive transactional features</a:t>
            </a:r>
          </a:p>
          <a:p>
            <a:r>
              <a:t>• Minimal data quality issues found</a:t>
            </a:r>
          </a:p>
          <a:p>
            <a:r>
              <a:t>• FLAG column has no missing values, indicating reliable target variable</a:t>
            </a:r>
          </a:p>
          <a:p>
            <a:r>
              <a:t>• ERC20 token interactions show some missing data patterns</a:t>
            </a:r>
          </a:p>
          <a:p>
            <a:r>
              <a:t>• Data cleaning preserved all important information</a:t>
            </a:r>
          </a:p>
          <a:p>
            <a:r>
              <a:t>• Foundation established for fraud detection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 deployment in this assignment</a:t>
            </a:r>
          </a:p>
          <a:p>
            <a:r>
              <a:t>• Cleaned data will be used in Assignment 02 for EDA</a:t>
            </a:r>
          </a:p>
          <a:p>
            <a:r>
              <a:t>• Data quality ensures reliable model training in future assignments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Feedback and its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 user feedback collected in this data collection phase</a:t>
            </a:r>
          </a:p>
          <a:p>
            <a:r>
              <a:t>• Feedback will be gathered in later assignments during deployment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Perform Exploratory Data Analysis (EDA) in Assignment 02</a:t>
            </a:r>
          </a:p>
          <a:p>
            <a:r>
              <a:t>• Identify patterns and correlations in the data</a:t>
            </a:r>
          </a:p>
          <a:p>
            <a:r>
              <a:t>• Develop machine learning models for fraud detection</a:t>
            </a:r>
          </a:p>
          <a:p>
            <a:r>
              <a:t>• Deploy the final model for real-world use</a:t>
            </a:r>
          </a:p>
          <a:p>
            <a:r>
              <a:t>• Collect user feedback and iterate on improvements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