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upon cleaned data from Assignment 01</a:t>
            </a:r>
          </a:p>
          <a:p>
            <a:r>
              <a:t>• Perform Exploratory Data Analysis (EDA) to understand data patterns</a:t>
            </a:r>
          </a:p>
          <a:p>
            <a:r>
              <a:t>• Identify key features that distinguish fraudulent from legitimate addresses</a:t>
            </a:r>
          </a:p>
          <a:p>
            <a:r>
              <a:t>• Establish methodological foundation for fraud detection modeling</a:t>
            </a:r>
          </a:p>
          <a:p>
            <a:r>
              <a:t>• Uncover insights about Ethereum transaction behaviors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Cleaned_Ethereum_Fraud_Detection.csv (from Assignment 01)</a:t>
            </a:r>
          </a:p>
          <a:p>
            <a:r>
              <a:t>• Description: Preprocessed Ethereum transaction data</a:t>
            </a:r>
          </a:p>
          <a:p>
            <a:r>
              <a:t>• Features: 49 columns including transaction counts, ETH values, ERC20 metrics</a:t>
            </a:r>
          </a:p>
          <a:p>
            <a:r>
              <a:t>• Target: FLAG column (binary: 0=legitimate, 1=fraudulent)</a:t>
            </a:r>
          </a:p>
          <a:p>
            <a:r>
              <a:t>• Size: 9841 records</a:t>
            </a:r>
          </a:p>
          <a:p>
            <a:r>
              <a:t>• Data types: Mix of numeric (int64, float64) and categorical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Overview: Examine structure, shape, and basic statistics</a:t>
            </a:r>
          </a:p>
          <a:p>
            <a:r>
              <a:t>• Descriptive Statistics: Analyze central tendencies and distributions</a:t>
            </a:r>
          </a:p>
          <a:p>
            <a:r>
              <a:t>• Target Analysis: Study class distribution and imbalance</a:t>
            </a:r>
          </a:p>
          <a:p>
            <a:r>
              <a:t>• Univariate Analysis: Examine individual feature distributions</a:t>
            </a:r>
          </a:p>
          <a:p>
            <a:r>
              <a:t>• Bivariate Analysis: Explore relationships between features and target</a:t>
            </a:r>
          </a:p>
          <a:p>
            <a:r>
              <a:t>• Correlation Analysis: Identify feature interdependencies</a:t>
            </a:r>
          </a:p>
          <a:p>
            <a:r>
              <a:t>• Outlier Detection: Use boxplots to identify anomalous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cleaned dataset using pandas</a:t>
            </a:r>
          </a:p>
          <a:p>
            <a:r>
              <a:t>• Perform dataset overview (shape, info, head)</a:t>
            </a:r>
          </a:p>
          <a:p>
            <a:r>
              <a:t>• Generate descriptive statistics with describe()</a:t>
            </a:r>
          </a:p>
          <a:p>
            <a:r>
              <a:t>• Analyze target variable distribution</a:t>
            </a:r>
          </a:p>
          <a:p>
            <a:r>
              <a:t>• Create histograms for feature distributions</a:t>
            </a:r>
          </a:p>
          <a:p>
            <a:r>
              <a:t>• Generate boxplots for outlier detection</a:t>
            </a:r>
          </a:p>
          <a:p>
            <a:r>
              <a:t>• Compute correlation matrix with heatmap visualization</a:t>
            </a:r>
          </a:p>
          <a:p>
            <a:r>
              <a:t>• Examine relationships with scatter plots</a:t>
            </a:r>
          </a:p>
          <a:p>
            <a:r>
              <a:t>• Document key findings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already cleaned in Assignment 01</a:t>
            </a:r>
          </a:p>
          <a:p>
            <a:r>
              <a:t>• Column name standardization applied</a:t>
            </a:r>
          </a:p>
          <a:p>
            <a:r>
              <a:t>• Missing values handled (filled with 0 or '0')</a:t>
            </a:r>
          </a:p>
          <a:p>
            <a:r>
              <a:t>• Duplicate records removed</a:t>
            </a:r>
          </a:p>
          <a:p>
            <a:r>
              <a:t>• Data types verified for analysis</a:t>
            </a:r>
          </a:p>
          <a:p>
            <a:r>
              <a:t>• Ready for EDA without additional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predictive models developed in this EDA phase</a:t>
            </a:r>
          </a:p>
          <a:p>
            <a:r>
              <a:t>• Focus on understanding data patterns and distributions</a:t>
            </a:r>
          </a:p>
          <a:p>
            <a:r>
              <a:t>• Insights will inform model selection in Assignment 03</a:t>
            </a:r>
          </a:p>
          <a:p>
            <a:r>
              <a:t>• Statistical analysis rather than 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9841 rows × 49 columns</a:t>
            </a:r>
          </a:p>
          <a:p>
            <a:r>
              <a:t>• Class Distribution: Significant imbalance (mostly legitimate addresses)</a:t>
            </a:r>
          </a:p>
          <a:p>
            <a:r>
              <a:t>• Feature Distributions: Right-skewed for transaction values</a:t>
            </a:r>
          </a:p>
          <a:p>
            <a:r>
              <a:t>• Outliers Detected: Many features show extreme values</a:t>
            </a:r>
          </a:p>
          <a:p>
            <a:r>
              <a:t>• Strong correlations between transaction-related features</a:t>
            </a:r>
          </a:p>
          <a:p>
            <a:r>
              <a:t>• Fraudulent addresses show distinct patterns in ERC20 activities</a:t>
            </a:r>
          </a:p>
          <a:p>
            <a:r>
              <a:t>• Key relationships identified between total transactions and fraud likelihood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Fraudulent addresses exhibit abnormal transaction behaviors</a:t>
            </a:r>
          </a:p>
          <a:p>
            <a:r>
              <a:t>• ERC20 token interactions are strong fraud indicators</a:t>
            </a:r>
          </a:p>
          <a:p>
            <a:r>
              <a:t>• Class imbalance requires special handling in modeling</a:t>
            </a:r>
          </a:p>
          <a:p>
            <a:r>
              <a:t>• Transaction frequency and value patterns distinguish fraud</a:t>
            </a:r>
          </a:p>
          <a:p>
            <a:r>
              <a:t>• Dataset is suitable for supervised classification</a:t>
            </a:r>
          </a:p>
          <a:p>
            <a:r>
              <a:t>• EDA confirms behavioral patterns for fraud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deployment in this exploratory phase</a:t>
            </a:r>
          </a:p>
          <a:p>
            <a:r>
              <a:t>• Findings will guide model development in Assignment 03</a:t>
            </a:r>
          </a:p>
          <a:p>
            <a:r>
              <a:t>• Insights inform feature selection and preprocessing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user feedback collected during EDA phase</a:t>
            </a:r>
          </a:p>
          <a:p>
            <a:r>
              <a:t>• Analysis is internal to data understanding</a:t>
            </a:r>
          </a:p>
          <a:p>
            <a:r>
              <a:t>• Feedback will be gathered during model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machine learning models in Assignment 03</a:t>
            </a:r>
          </a:p>
          <a:p>
            <a:r>
              <a:t>• Address class imbalance with appropriate techniques</a:t>
            </a:r>
          </a:p>
          <a:p>
            <a:r>
              <a:t>• Develop Logistic Regression and Random Forest models</a:t>
            </a:r>
          </a:p>
          <a:p>
            <a:r>
              <a:t>• Evaluate models using proper metrics (precision, recall, F1, ROC-AUC)</a:t>
            </a:r>
          </a:p>
          <a:p>
            <a:r>
              <a:t>• Deploy trained models for real-world fraud detection</a:t>
            </a:r>
          </a:p>
          <a:p>
            <a:r>
              <a:t>• Collect user feedback and iterate on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