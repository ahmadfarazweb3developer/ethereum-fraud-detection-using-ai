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146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DCCB-91B7-0EE4-1D86-CBC290DF9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315436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(EDA), Data Insights, and Methodological Foundation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2DA87-234F-5CE0-5984-2C0972615DFC}"/>
              </a:ext>
            </a:extLst>
          </p:cNvPr>
          <p:cNvSpPr txBox="1"/>
          <p:nvPr/>
        </p:nvSpPr>
        <p:spPr>
          <a:xfrm>
            <a:off x="847494" y="4627756"/>
            <a:ext cx="2329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Assignment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90215-C957-D2BD-B88D-EC1ED38D7DC3}"/>
              </a:ext>
            </a:extLst>
          </p:cNvPr>
          <p:cNvSpPr txBox="1"/>
          <p:nvPr/>
        </p:nvSpPr>
        <p:spPr>
          <a:xfrm>
            <a:off x="5185317" y="4616605"/>
            <a:ext cx="3775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Ahmad Faraz (215154)</a:t>
            </a:r>
          </a:p>
        </p:txBody>
      </p:sp>
    </p:spTree>
    <p:extLst>
      <p:ext uri="{BB962C8B-B14F-4D97-AF65-F5344CB8AC3E}">
        <p14:creationId xmlns:p14="http://schemas.microsoft.com/office/powerpoint/2010/main" val="3038141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upon cleaned data from Assignment 01</a:t>
            </a:r>
          </a:p>
          <a:p>
            <a:pPr algn="just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erform Exploratory Data Analysis (EDA) to understand data patterns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key features that distinguish fraudulent from legitimate addresses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 methodological foundation for fraud detection modeling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Uncover insights about Ethereum transaction behaviors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34440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 (Sources, Descriptions etc.)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54231"/>
            <a:ext cx="8229600" cy="5654853"/>
          </a:xfrm>
        </p:spPr>
        <p:txBody>
          <a:bodyPr>
            <a:noAutofit/>
          </a:bodyPr>
          <a:lstStyle/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Cleaned_Ethereum_Fraud_Detection.csv (from Assignment 01)</a:t>
            </a:r>
          </a:p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 Ethereum transaction data</a:t>
            </a:r>
          </a:p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 columns including transaction counts, ETH values, and ERC20 metrics</a:t>
            </a:r>
          </a:p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FLAG column (binary: 0=legitimate, 1=fraudulent)</a:t>
            </a:r>
          </a:p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9841 records</a:t>
            </a:r>
          </a:p>
          <a:p>
            <a:pPr algn="just"/>
            <a:r>
              <a:rPr lang="en-US" sz="3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types: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Mix of numeric (int64, float64) and categorical features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34440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8" y="854242"/>
            <a:ext cx="8229600" cy="5666874"/>
          </a:xfrm>
        </p:spPr>
        <p:txBody>
          <a:bodyPr>
            <a:noAutofit/>
          </a:bodyPr>
          <a:lstStyle/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Overview: Examine structure, shape, and basic statistics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Descriptive Statistics: Analyze central tendencies and distributions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Analysis: Study class distribution and imbalance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Univariate Analysis: Examine individual feature distributions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Bivariate Analysis: Explore relationships between features and target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Analysis: Identify feature interdependencies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Detection: Use boxplots to identify anomalous values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943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6749"/>
            <a:ext cx="8229600" cy="5536613"/>
          </a:xfrm>
        </p:spPr>
        <p:txBody>
          <a:bodyPr>
            <a:noAutofit/>
          </a:bodyPr>
          <a:lstStyle/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cleaned dataset using pandas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dataset overview (shape, info, head)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descriptive statistics with describe()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target variable distribution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histograms for feature distributions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boxplots for outlier detection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correlation matrix with heatmap visualization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Examine relationships with scatter plots</a:t>
            </a:r>
          </a:p>
          <a:p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key findings and insights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already cleaned in Assignment 01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 name standardization applied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handled (filled with 0 or '0')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Duplicate records removed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types verified for analysis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Ready for EDA without additional preprocessing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predictive models developed in this EDA phase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on understanding data patterns and distributions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will inform model selection in Assignment 03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analysis rather than machine learning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5699"/>
          </a:xfrm>
        </p:spPr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Autofit/>
          </a:bodyPr>
          <a:lstStyle/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9841 rows × 49 columns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Distribution: Significant imbalance (mostly legitimate addresses)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Distributions: Right-skewed for transaction values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Outliers Detected: Many features show extreme values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correlations between transaction-related features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Fraudulent addresses show distinct patterns in ERC20 activities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relationships identified between total transactions and fraud likelihood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Findings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Fraudulent addresses exhibit abnormal transaction behaviors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ERC20 token interactions are strong fraud indicators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 requires special handling in modeling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frequency and value patterns distinguish fraud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is suitable for supervised classification</a:t>
            </a:r>
          </a:p>
          <a:p>
            <a:pPr algn="just"/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EDA confirms behavioral patterns for fraud detection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deployment in this exploratory phase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Findings will guide model development in Assignment 03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inform feature selection and preprocessing strategies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and its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user feedback collected during EDA phase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is internal to data understanding</a:t>
            </a:r>
          </a:p>
          <a:p>
            <a:pPr algn="just"/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will be gathered during model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machine learning models in Assignment 03</a:t>
            </a: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class imbalance with appropriate techniques</a:t>
            </a: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Logistic Regression and Random Forest models</a:t>
            </a: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models using proper metrics (precision, recall, F1, ROC-AUC)</a:t>
            </a: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trained models for real-world fraud detection</a:t>
            </a: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user feedback and iterate on improvements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512</Words>
  <Application>Microsoft Office PowerPoint</Application>
  <PresentationFormat>On-screen Show (4:3)</PresentationFormat>
  <Paragraphs>76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Exploratory Data Analysis (EDA), Data Insights, and Methodological Foundation </vt:lpstr>
      <vt:lpstr>Problem Statement</vt:lpstr>
      <vt:lpstr>Datasets (Sources, Descriptions etc.)</vt:lpstr>
      <vt:lpstr>Analytical Approach</vt:lpstr>
      <vt:lpstr>Project Methodology</vt:lpstr>
      <vt:lpstr>Preprocessing Techniques</vt:lpstr>
      <vt:lpstr>Models</vt:lpstr>
      <vt:lpstr>Results</vt:lpstr>
      <vt:lpstr>Findings and Conclusions</vt:lpstr>
      <vt:lpstr>Deployment Strategy</vt:lpstr>
      <vt:lpstr>Feedback and its Analysis</vt:lpstr>
      <vt:lpstr>Future Goals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MMO</cp:lastModifiedBy>
  <cp:revision>9</cp:revision>
  <dcterms:created xsi:type="dcterms:W3CDTF">2013-01-27T09:14:16Z</dcterms:created>
  <dcterms:modified xsi:type="dcterms:W3CDTF">2026-01-18T09:39:22Z</dcterms:modified>
  <cp:category/>
</cp:coreProperties>
</file>