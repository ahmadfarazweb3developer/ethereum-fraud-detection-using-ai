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Implement complete fraud detection methodology from Assignment 02</a:t>
            </a:r>
          </a:p>
          <a:p>
            <a:r>
              <a:t>• Build and evaluate machine learning models for Ethereum fraud detection</a:t>
            </a:r>
          </a:p>
          <a:p>
            <a:r>
              <a:t>• Answer key questions about fraud classification and feature importance</a:t>
            </a:r>
          </a:p>
          <a:p>
            <a:r>
              <a:t>• Achieve high accuracy in detecting fraudulent addresses</a:t>
            </a:r>
          </a:p>
          <a:p>
            <a:r>
              <a:t>• Provide actionable insights for blockchain security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Datasets (Sources, Descriptions etc.)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Dataset: Cleaned_Ethereum_Fraud_Detection.csv</a:t>
            </a:r>
          </a:p>
          <a:p>
            <a:r>
              <a:t>• Source: Preprocessed from Assignment 01</a:t>
            </a:r>
          </a:p>
          <a:p>
            <a:r>
              <a:t>• Features: 49 columns of transactional and ERC20 metrics</a:t>
            </a:r>
          </a:p>
          <a:p>
            <a:r>
              <a:t>• Target: FLAG (binary classification: 0=legitimate, 1=fraudulent)</a:t>
            </a:r>
          </a:p>
          <a:p>
            <a:r>
              <a:t>• Split: 75% training, 25% testing with stratification</a:t>
            </a:r>
          </a:p>
          <a:p>
            <a:r>
              <a:t>• Class Distribution: Imbalanced (addressed with class weights)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Analytical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Supervised Machine Learning Classification</a:t>
            </a:r>
          </a:p>
          <a:p>
            <a:r>
              <a:t>• Feature Selection: Remove non-numeric identifiers</a:t>
            </a:r>
          </a:p>
          <a:p>
            <a:r>
              <a:t>• Handle Class Imbalance: Use balanced class weights</a:t>
            </a:r>
          </a:p>
          <a:p>
            <a:r>
              <a:t>• Model Training: Logistic Regression and Random Forest</a:t>
            </a:r>
          </a:p>
          <a:p>
            <a:r>
              <a:t>• Model Evaluation: Precision, Recall, F1-Score, ROC-AUC</a:t>
            </a:r>
          </a:p>
          <a:p>
            <a:r>
              <a:t>• Feature Importance Analysis: Identify key fraud indicators</a:t>
            </a:r>
          </a:p>
          <a:p>
            <a:r>
              <a:t>• Answer Research Questions: Classification capability, feature contributions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Your Project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Load and preprocess data (column cleaning)</a:t>
            </a:r>
          </a:p>
          <a:p>
            <a:r>
              <a:t>• Feature selection (numeric features only, exclude FLAG)</a:t>
            </a:r>
          </a:p>
          <a:p>
            <a:r>
              <a:t>• Train-test split with stratification (75-25)</a:t>
            </a:r>
          </a:p>
          <a:p>
            <a:r>
              <a:t>• Feature scaling for Logistic Regression</a:t>
            </a:r>
          </a:p>
          <a:p>
            <a:r>
              <a:t>• Train Logistic Regression with class balancing</a:t>
            </a:r>
          </a:p>
          <a:p>
            <a:r>
              <a:t>• Train Random Forest (200 estimators) with class balancing</a:t>
            </a:r>
          </a:p>
          <a:p>
            <a:r>
              <a:t>• Generate predictions and evaluation metrics</a:t>
            </a:r>
          </a:p>
          <a:p>
            <a:r>
              <a:t>• Analyze feature importance</a:t>
            </a:r>
          </a:p>
          <a:p>
            <a:r>
              <a:t>• Save trained models for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Preprocessing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Column Name Standardization: Lowercase, replace spaces/parentheses</a:t>
            </a:r>
          </a:p>
          <a:p>
            <a:r>
              <a:t>• Feature Selection: Remove 'Address' and other non-numeric columns</a:t>
            </a:r>
          </a:p>
          <a:p>
            <a:r>
              <a:t>• Train-Test Split: Stratified sampling to preserve class distribution</a:t>
            </a:r>
          </a:p>
          <a:p>
            <a:r>
              <a:t>• Feature Scaling: StandardScaler for Logistic Regression</a:t>
            </a:r>
          </a:p>
          <a:p>
            <a:r>
              <a:t>• Class Balancing: class_weight='balanced' for both models</a:t>
            </a:r>
          </a:p>
          <a:p>
            <a:r>
              <a:t>• Data Type Verification: Ensure numeric features for modeling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Logistic Regression: Baseline interpretable model</a:t>
            </a:r>
          </a:p>
          <a:p>
            <a:r>
              <a:t>  - Max iterations: 1000</a:t>
            </a:r>
          </a:p>
          <a:p>
            <a:r>
              <a:t>  - Class weight: balanced</a:t>
            </a:r>
          </a:p>
          <a:p>
            <a:r>
              <a:t>  - Requires feature scaling</a:t>
            </a:r>
          </a:p>
          <a:p>
            <a:r>
              <a:t>• Random Forest Classifier: Ensemble model for complex patterns</a:t>
            </a:r>
          </a:p>
          <a:p>
            <a:r>
              <a:t>  - 200 estimators</a:t>
            </a:r>
          </a:p>
          <a:p>
            <a:r>
              <a:t>  - Class weight: balanced</a:t>
            </a:r>
          </a:p>
          <a:p>
            <a:r>
              <a:t>  - No scaling required</a:t>
            </a:r>
          </a:p>
          <a:p>
            <a:r>
              <a:t>  - Superior performance in evaluation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Random Forest Performance:</a:t>
            </a:r>
          </a:p>
          <a:p>
            <a:r>
              <a:t>  - Accuracy: ~92%</a:t>
            </a:r>
          </a:p>
          <a:p>
            <a:r>
              <a:t>  - Precision: ~90%</a:t>
            </a:r>
          </a:p>
          <a:p>
            <a:r>
              <a:t>  - Recall: ~95%</a:t>
            </a:r>
          </a:p>
          <a:p>
            <a:r>
              <a:t>  - F1-Score: ~92%</a:t>
            </a:r>
          </a:p>
          <a:p>
            <a:r>
              <a:t>  - ROC-AUC: 0.94</a:t>
            </a:r>
          </a:p>
          <a:p>
            <a:r>
              <a:t>• Logistic Regression Performance:</a:t>
            </a:r>
          </a:p>
          <a:p>
            <a:r>
              <a:t>  - Accuracy: ~85%</a:t>
            </a:r>
          </a:p>
          <a:p>
            <a:r>
              <a:t>  - ROC-AUC: 0.88</a:t>
            </a:r>
          </a:p>
          <a:p>
            <a:r>
              <a:t>• Top Features: ERC20 transaction counts, total transactions, value metrics</a:t>
            </a:r>
          </a:p>
          <a:p>
            <a:r>
              <a:t>• Models saved as pickle files for deployment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Your Findings and 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Random Forest outperforms Logistic Regression for fraud detection</a:t>
            </a:r>
          </a:p>
          <a:p>
            <a:r>
              <a:t>• ERC20 token activities are strongest fraud indicators</a:t>
            </a:r>
          </a:p>
          <a:p>
            <a:r>
              <a:t>• Transaction frequency strongly correlates with fraud likelihood</a:t>
            </a:r>
          </a:p>
          <a:p>
            <a:r>
              <a:t>• Models successfully classify fraudulent addresses</a:t>
            </a:r>
          </a:p>
          <a:p>
            <a:r>
              <a:t>• Risk scoring possible with probability outputs</a:t>
            </a:r>
          </a:p>
          <a:p>
            <a:r>
              <a:t>• Automated detection can reduce manual investigation costs</a:t>
            </a:r>
          </a:p>
          <a:p>
            <a:r>
              <a:t>• Methodology proves effective for blockchain fraud detection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Models serialized using pickle format</a:t>
            </a:r>
          </a:p>
          <a:p>
            <a:r>
              <a:t>• Random Forest selected as primary model</a:t>
            </a:r>
          </a:p>
          <a:p>
            <a:r>
              <a:t>• Feature scaler saved for Logistic Regression</a:t>
            </a:r>
          </a:p>
          <a:p>
            <a:r>
              <a:t>• Models transferred to Assignment 04 for deployment</a:t>
            </a:r>
          </a:p>
          <a:p>
            <a:r>
              <a:t>• Web application planned using Streamlit framework</a:t>
            </a:r>
          </a:p>
          <a:p>
            <a:r>
              <a:t>• User interface for real-time fraud prediction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Feedback and its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No user feedback collected during model development</a:t>
            </a:r>
          </a:p>
          <a:p>
            <a:r>
              <a:t>• Internal validation through cross-evaluation metrics</a:t>
            </a:r>
          </a:p>
          <a:p>
            <a:r>
              <a:t>• Model performance validated against test set</a:t>
            </a:r>
          </a:p>
          <a:p>
            <a:r>
              <a:t>• Feedback will be collected during deployment phase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Deploy models using Streamlit web application</a:t>
            </a:r>
          </a:p>
          <a:p>
            <a:r>
              <a:t>• Collect user feedback on model usability and accuracy</a:t>
            </a:r>
          </a:p>
          <a:p>
            <a:r>
              <a:t>• Implement additional features for better predictions</a:t>
            </a:r>
          </a:p>
          <a:p>
            <a:r>
              <a:t>• Improve UI based on user suggestions</a:t>
            </a:r>
          </a:p>
          <a:p>
            <a:r>
              <a:t>• Add probability-based risk scoring</a:t>
            </a:r>
          </a:p>
          <a:p>
            <a:r>
              <a:t>• Extend to other blockchain networks</a:t>
            </a:r>
          </a:p>
          <a:p>
            <a:r>
              <a:t>• Continuous model updates with new 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