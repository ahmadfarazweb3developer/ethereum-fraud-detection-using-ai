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Transition fraud detection models from development to production</a:t>
            </a:r>
          </a:p>
          <a:p>
            <a:r>
              <a:t>• Deploy machine learning models for real-world Ethereum fraud detection</a:t>
            </a:r>
          </a:p>
          <a:p>
            <a:r>
              <a:t>• Create user-friendly interface for fraud risk assessment</a:t>
            </a:r>
          </a:p>
          <a:p>
            <a:r>
              <a:t>• Collect and analyze user feedback for iterative improvements</a:t>
            </a:r>
          </a:p>
          <a:p>
            <a:r>
              <a:t>• Demonstrate complete data science project lifecycle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Datasets (Sources, Descriptions etc.)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Primary Dataset: Cleaned_Ethereum_Fraud_Detection.csv</a:t>
            </a:r>
          </a:p>
          <a:p>
            <a:r>
              <a:t>• Model Artifacts: random_forest_model.pkl, logistic_regression_model.pkl, scaler.pkl</a:t>
            </a:r>
          </a:p>
          <a:p>
            <a:r>
              <a:t>• Feedback Dataset: Suggestions_Dataset.csv (collected post-deployment)</a:t>
            </a:r>
          </a:p>
          <a:p>
            <a:r>
              <a:t>• Features: Transaction counts, ETH values, ERC20 metrics</a:t>
            </a:r>
          </a:p>
          <a:p>
            <a:r>
              <a:t>• Target: Binary fraud classification</a:t>
            </a:r>
          </a:p>
          <a:p>
            <a:r>
              <a:t>• Models trained in Assignment 03, deployed in Assignment 04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Analytical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Model Deployment: Load pre-trained models from Assignment 03</a:t>
            </a:r>
          </a:p>
          <a:p>
            <a:r>
              <a:t>• Web Application Development: Streamlit for user interface</a:t>
            </a:r>
          </a:p>
          <a:p>
            <a:r>
              <a:t>• User Input Processing: Accept transaction features via web form</a:t>
            </a:r>
          </a:p>
          <a:p>
            <a:r>
              <a:t>• Prediction Generation: Real-time fraud risk assessment</a:t>
            </a:r>
          </a:p>
          <a:p>
            <a:r>
              <a:t>• Model Comparison: Display results from both RF and LR models</a:t>
            </a:r>
          </a:p>
          <a:p>
            <a:r>
              <a:t>• Feedback Collection: Google Forms for user suggestions</a:t>
            </a:r>
          </a:p>
          <a:p>
            <a:r>
              <a:t>• Feedback Analysis: Thematic analysis of improvement suggestions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Your Project Methodology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Load pre-trained models using pickle</a:t>
            </a:r>
          </a:p>
          <a:p>
            <a:r>
              <a:t>• Develop Streamlit web application</a:t>
            </a:r>
          </a:p>
          <a:p>
            <a:r>
              <a:t>• Implement user input interface for transaction features</a:t>
            </a:r>
          </a:p>
          <a:p>
            <a:r>
              <a:t>• Process inputs and generate predictions</a:t>
            </a:r>
          </a:p>
          <a:p>
            <a:r>
              <a:t>• Display results with probability scores and risk visualization</a:t>
            </a:r>
          </a:p>
          <a:p>
            <a:r>
              <a:t>• Compare Random Forest and Logistic Regression outputs</a:t>
            </a:r>
          </a:p>
          <a:p>
            <a:r>
              <a:t>• Collect user feedback via structured forms</a:t>
            </a:r>
          </a:p>
          <a:p>
            <a:r>
              <a:t>• Analyze feedback themes and prioritize improvements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Preprocessing Techniques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Model Loading: Deserialize pickle files from Assignment 03</a:t>
            </a:r>
          </a:p>
          <a:p>
            <a:r>
              <a:t>• Feature Consistency: Maintain same column order as training</a:t>
            </a:r>
          </a:p>
          <a:p>
            <a:r>
              <a:t>• Input Validation: Ensure numeric inputs for transaction features</a:t>
            </a:r>
          </a:p>
          <a:p>
            <a:r>
              <a:t>• Scaling Application: Use saved scaler for Logistic Regression</a:t>
            </a:r>
          </a:p>
          <a:p>
            <a:r>
              <a:t>• Data Formatting: Convert user inputs to numpy arrays</a:t>
            </a:r>
          </a:p>
          <a:p>
            <a:r>
              <a:t>• Error Handling: Graceful handling of missing models or invalid inputs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Primary Model: Random Forest Classifier (200 estimators)</a:t>
            </a:r>
          </a:p>
          <a:p>
            <a:r>
              <a:t>  - Superior performance (ROC-AUC: 0.94)</a:t>
            </a:r>
          </a:p>
          <a:p>
            <a:r>
              <a:t>  - Better recall for fraud detection</a:t>
            </a:r>
          </a:p>
          <a:p>
            <a:r>
              <a:t>  - No feature scaling required</a:t>
            </a:r>
          </a:p>
          <a:p>
            <a:r>
              <a:t>• Baseline Model: Logistic Regression</a:t>
            </a:r>
          </a:p>
          <a:p>
            <a:r>
              <a:t>  - Interpretable results</a:t>
            </a:r>
          </a:p>
          <a:p>
            <a:r>
              <a:t>  - Requires StandardScaler</a:t>
            </a:r>
          </a:p>
          <a:p>
            <a:r>
              <a:t>  - Used for model comparison</a:t>
            </a:r>
          </a:p>
          <a:p>
            <a:r>
              <a:t>• Selection Criteria: Performance, recall, and deployment simplicity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Successful Streamlit deployment</a:t>
            </a:r>
          </a:p>
          <a:p>
            <a:r>
              <a:t>• Web interface accepts 4 key features:</a:t>
            </a:r>
          </a:p>
          <a:p>
            <a:r>
              <a:t>  - Total Transactions</a:t>
            </a:r>
          </a:p>
          <a:p>
            <a:r>
              <a:t>  - Total ETH Received</a:t>
            </a:r>
          </a:p>
          <a:p>
            <a:r>
              <a:t>  - Average Transaction Value</a:t>
            </a:r>
          </a:p>
          <a:p>
            <a:r>
              <a:t>  - Number of ERC20 Tokens</a:t>
            </a:r>
          </a:p>
          <a:p>
            <a:r>
              <a:t>• Real-time predictions with probability scores</a:t>
            </a:r>
          </a:p>
          <a:p>
            <a:r>
              <a:t>• Risk visualization with progress bars</a:t>
            </a:r>
          </a:p>
          <a:p>
            <a:r>
              <a:t>• Model comparison table (RF vs LR)</a:t>
            </a:r>
          </a:p>
          <a:p>
            <a:r>
              <a:t>• Application ready for local execution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Your Findings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Successful transition from model development to deployment</a:t>
            </a:r>
          </a:p>
          <a:p>
            <a:r>
              <a:t>• Streamlit provides effective platform for ML deployment</a:t>
            </a:r>
          </a:p>
          <a:p>
            <a:r>
              <a:t>• User interface enables practical fraud risk assessment</a:t>
            </a:r>
          </a:p>
          <a:p>
            <a:r>
              <a:t>• Model performance maintained in production environment</a:t>
            </a:r>
          </a:p>
          <a:p>
            <a:r>
              <a:t>• Feedback collection reveals usability and feature improvement opportunities</a:t>
            </a:r>
          </a:p>
          <a:p>
            <a:r>
              <a:t>• Complete data science lifecycle demonstrated</a:t>
            </a:r>
          </a:p>
          <a:p>
            <a:r>
              <a:t>• Foundation established for iterative model improvements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Deployment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Local Streamlit Application</a:t>
            </a:r>
          </a:p>
          <a:p>
            <a:r>
              <a:t>• Command: streamlit run app.py</a:t>
            </a:r>
          </a:p>
          <a:p>
            <a:r>
              <a:t>• User Interface: Web-based form for input</a:t>
            </a:r>
          </a:p>
          <a:p>
            <a:r>
              <a:t>• Real-time Processing: Immediate prediction results</a:t>
            </a:r>
          </a:p>
          <a:p>
            <a:r>
              <a:t>• Model Serialization: Pickle format for model persistence</a:t>
            </a:r>
          </a:p>
          <a:p>
            <a:r>
              <a:t>• Scalability: Suitable for academic and small-scale production use</a:t>
            </a:r>
          </a:p>
          <a:p>
            <a:r>
              <a:t>• Future: Could extend to cloud deployment (Heroku, AWS)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Feedback and its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Feedback collected from 15+ users via Google Forms</a:t>
            </a:r>
          </a:p>
          <a:p>
            <a:r>
              <a:t>• Key Themes:</a:t>
            </a:r>
          </a:p>
          <a:p>
            <a:r>
              <a:t>  - Usability improvements requested</a:t>
            </a:r>
          </a:p>
          <a:p>
            <a:r>
              <a:t>  - Additional input features suggested</a:t>
            </a:r>
          </a:p>
          <a:p>
            <a:r>
              <a:t>  - UI clarity enhancements needed</a:t>
            </a:r>
          </a:p>
          <a:p>
            <a:r>
              <a:t>  - Probability-based risk scoring valued</a:t>
            </a:r>
          </a:p>
          <a:p>
            <a:r>
              <a:t>• Analysis: Prioritized accuracy and usability improvements</a:t>
            </a:r>
          </a:p>
          <a:p>
            <a:r>
              <a:t>• Common Suggestions: More features, better explanations, enhanced UI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Version 2.0 Development:</a:t>
            </a:r>
          </a:p>
          <a:p>
            <a:r>
              <a:t>  - Add more input features for better accuracy</a:t>
            </a:r>
          </a:p>
          <a:p>
            <a:r>
              <a:t>  - Improve UI with tooltips and better explanations</a:t>
            </a:r>
          </a:p>
          <a:p>
            <a:r>
              <a:t>  - Implement advanced risk scoring algorithms</a:t>
            </a:r>
          </a:p>
          <a:p>
            <a:r>
              <a:t>  - Add batch processing capabilities</a:t>
            </a:r>
          </a:p>
          <a:p>
            <a:r>
              <a:t>• Model Improvements:</a:t>
            </a:r>
          </a:p>
          <a:p>
            <a:r>
              <a:t>  - Regular retraining with new data</a:t>
            </a:r>
          </a:p>
          <a:p>
            <a:r>
              <a:t>  - Hyperparameter optimization</a:t>
            </a:r>
          </a:p>
          <a:p>
            <a:r>
              <a:t>  - Ensemble model development</a:t>
            </a:r>
          </a:p>
          <a:p>
            <a:r>
              <a:t>• Deployment Enhancements:</a:t>
            </a:r>
          </a:p>
          <a:p>
            <a:r>
              <a:t>  - Cloud deployment (Heroku, Streamlit Cloud)</a:t>
            </a:r>
          </a:p>
          <a:p>
            <a:r>
              <a:t>  - API development for integration</a:t>
            </a:r>
          </a:p>
          <a:p>
            <a:r>
              <a:t>  - Mobile application development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