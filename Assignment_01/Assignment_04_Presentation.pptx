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46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89E5-96E1-17C6-3150-1CB725B74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431177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Deployment, Feedback Collection, and Iterative Improvement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75A07-213D-379C-4842-2370E229D768}"/>
              </a:ext>
            </a:extLst>
          </p:cNvPr>
          <p:cNvSpPr txBox="1"/>
          <p:nvPr/>
        </p:nvSpPr>
        <p:spPr>
          <a:xfrm>
            <a:off x="847494" y="4627756"/>
            <a:ext cx="2329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D990E-90A2-64E1-5BC6-B0B8985A3F96}"/>
              </a:ext>
            </a:extLst>
          </p:cNvPr>
          <p:cNvSpPr txBox="1"/>
          <p:nvPr/>
        </p:nvSpPr>
        <p:spPr>
          <a:xfrm>
            <a:off x="5185317" y="4616605"/>
            <a:ext cx="3775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Ahmad Faraz (215154)</a:t>
            </a:r>
          </a:p>
        </p:txBody>
      </p:sp>
    </p:spTree>
    <p:extLst>
      <p:ext uri="{BB962C8B-B14F-4D97-AF65-F5344CB8AC3E}">
        <p14:creationId xmlns:p14="http://schemas.microsoft.com/office/powerpoint/2010/main" val="3477683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ransition fraud detection models from development to production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machine learning models for real-world Ethereum fraud detection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user-friendly interface for fraud risk assessment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analyze user feedback for iterative improvements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complete data science project lifecycle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(Sources, Descriptions 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Dataset: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Cleaned_Ethereum_Fraud_Detection.csv</a:t>
            </a:r>
          </a:p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Artifacts: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random_forest_model.pkl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logistic_regression_model.pkl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scaler.pkl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Dataset: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Suggestions_Dataset.csv (collected post-deployment)</a:t>
            </a:r>
          </a:p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counts, ETH values, ERC20 metrics</a:t>
            </a:r>
          </a:p>
          <a:p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fraud classification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in Assignment 03, deployed in Assignment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pre-trained models from Assignment 03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 interface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Processing: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transaction features via web form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Generation: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fraud risk assessment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from both RF and LR models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Collection: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Forms for user suggestions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Analysis: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Thematic analysis of improvement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pre-trained models using pickle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user input interface for transaction features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inputs and generate predictions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with probability scores and risk visualization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Random Forest and Logistic Regression outputs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feedback via structured forms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feedback themes and prioritize improvements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Loading: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Deserialize pickle files from Assignment 03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Consistency: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same column order as training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numeric inputs for transaction features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Application: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saved scaler for Logistic Regression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Formatting: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user inputs to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Graceful handling of missing models or invalid inputs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Model: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(200 estimators)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Superior performance (ROC-AUC: 0.94)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Better recall for fraud detection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No feature scaling required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Interpretable results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Requires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Used for model comparison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Criteria: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recall, and deployment simplicity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accepts 4 key features: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Total Transactions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Total ETH Received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Average Transaction Value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Number of ERC20 Tokens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predictions with probability scores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visualization with progress bars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table (RF vs LR)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ready for local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transition from model development to deployment</a:t>
            </a:r>
          </a:p>
          <a:p>
            <a:pPr algn="just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effective platform for ML deployment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enables practical fraud risk assessment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maintained in production environment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collection reveals usability and feature improvement opportunities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data science lifecycle demonstrated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established for iterative model improvements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app.py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form for input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prediction results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Serialization: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Pickle format for model persistence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academic and small-scale production use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extend to cloud deployment (Heroku, AWS)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and its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collected from 15+ users via Google Forms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Usability improvements requested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Additional input features suggested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UI clarity enhancements needed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Probability-based risk scoring valued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accuracy and usability improvements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Suggestions: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features, better explanations, enhanced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414"/>
            <a:ext cx="8229600" cy="543509"/>
          </a:xfrm>
        </p:spPr>
        <p:txBody>
          <a:bodyPr>
            <a:normAutofit fontScale="90000"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94082"/>
            <a:ext cx="8229600" cy="5873504"/>
          </a:xfrm>
        </p:spPr>
        <p:txBody>
          <a:bodyPr>
            <a:noAutofit/>
          </a:bodyPr>
          <a:lstStyle/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2.0 Development: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Add more input features for better accuracy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Improve UI with tooltips and better explanations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Implement advanced risk scoring algorithms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Add batch processing capabilities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Improvements: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Regular retraining with new data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Hyperparameter optimization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Ensemble model development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Enhancements: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Cloud deployment (Heroku,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Cloud)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API development for integration</a:t>
            </a: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Mobile application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663</Words>
  <Application>Microsoft Office PowerPoint</Application>
  <PresentationFormat>On-screen Show (4:3)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Model Deployment, Feedback Collection, and Iterative Improvement</vt:lpstr>
      <vt:lpstr>Problem Statement</vt:lpstr>
      <vt:lpstr>Datasets (Sources, Descriptions etc.)</vt:lpstr>
      <vt:lpstr>Analytical Approach</vt:lpstr>
      <vt:lpstr>Project Methodology</vt:lpstr>
      <vt:lpstr>Preprocessing Techniques</vt:lpstr>
      <vt:lpstr>Models</vt:lpstr>
      <vt:lpstr>Results</vt:lpstr>
      <vt:lpstr>Findings and Conclusions</vt:lpstr>
      <vt:lpstr>Deployment Strategy</vt:lpstr>
      <vt:lpstr>Feedback and its Analysis</vt:lpstr>
      <vt:lpstr>Future Goals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MMO</cp:lastModifiedBy>
  <cp:revision>12</cp:revision>
  <dcterms:created xsi:type="dcterms:W3CDTF">2013-01-27T09:14:16Z</dcterms:created>
  <dcterms:modified xsi:type="dcterms:W3CDTF">2026-01-18T09:35:23Z</dcterms:modified>
  <cp:category/>
</cp:coreProperties>
</file>